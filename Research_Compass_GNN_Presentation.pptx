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4605" y="1518345"/>
            <a:ext cx="489479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Compass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591315" y="2204145"/>
            <a:ext cx="596137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2400"/>
              </a:spcAft>
              <a:buNone/>
            </a:pPr>
            <a:r>
              <a:rPr lang="en-US" sz="18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Neural Networks for Research Paper Classification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975711" y="3057525"/>
            <a:ext cx="119257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Chhoker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98585" y="3411736"/>
            <a:ext cx="294668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542 Machine Learning November 2024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33"/>
              </a:lnSpc>
              <a:spcAft>
                <a:spcPts val="1800"/>
              </a:spcAft>
              <a:buNone/>
            </a:pPr>
            <a:r>
              <a:rPr lang="en-US" sz="3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918567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research papers published annually create information overload for researchers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1375767"/>
            <a:ext cx="8382000" cy="154662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classification relies on inconsistent author-assigned keywords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networks encode rich relationships but are underutilized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methods treat papers as isolated documents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challenges as publishing continues explosive growth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3265289"/>
            <a:ext cx="85496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Question: Can GNNs leverage both textual content and network structure for superior classification?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42945" y="4654004"/>
            <a:ext cx="9384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Compass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33"/>
              </a:lnSpc>
              <a:spcAft>
                <a:spcPts val="1800"/>
              </a:spcAft>
              <a:buNone/>
            </a:pPr>
            <a:r>
              <a:rPr lang="en-US" sz="3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895773"/>
            <a:ext cx="41582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2352973"/>
            <a:ext cx="4076700" cy="154662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upload and text extraction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GNN architectures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predictions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visualizations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86300" y="2387203"/>
            <a:ext cx="41582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86300" y="2844403"/>
            <a:ext cx="41582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OGB arXiv: 169K papers, 40 topics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86300" y="3221534"/>
            <a:ext cx="41582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AMiner: 10K authors, 8 fields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842945" y="4654004"/>
            <a:ext cx="9384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Compass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33"/>
              </a:lnSpc>
              <a:spcAft>
                <a:spcPts val="1800"/>
              </a:spcAft>
              <a:buNone/>
            </a:pPr>
            <a:r>
              <a:rPr lang="en-US" sz="3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 Architectures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2457748"/>
            <a:ext cx="27462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2953048"/>
            <a:ext cx="274629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Attention Networks with attention mechanisms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225850" y="2457748"/>
            <a:ext cx="27462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25850" y="2953048"/>
            <a:ext cx="274629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Convolutional Networks with spectral convolutions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070699" y="2544366"/>
            <a:ext cx="27462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GraphSAGE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70699" y="3039666"/>
            <a:ext cx="27462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and aggregation for inductive learning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7842945" y="4654004"/>
            <a:ext cx="9384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Compass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974336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33"/>
              </a:lnSpc>
              <a:spcAft>
                <a:spcPts val="1800"/>
              </a:spcAft>
              <a:buNone/>
            </a:pPr>
            <a:r>
              <a:rPr lang="en-US" sz="3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OGB arXiv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2985492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 achieve similar classification accuracy on high-quality balanced data. GCN excels at link prediction.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842945" y="4654004"/>
            <a:ext cx="9384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Compass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333113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33"/>
              </a:lnSpc>
              <a:spcAft>
                <a:spcPts val="1800"/>
              </a:spcAft>
              <a:buNone/>
            </a:pPr>
            <a:r>
              <a:rPr lang="en-US" sz="3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AMiner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2985492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GraphSAGE dramatically outperforms alternatives on challenging datasets with class imbalance and sparse features.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842945" y="4654004"/>
            <a:ext cx="9384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Compass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33"/>
              </a:lnSpc>
              <a:spcAft>
                <a:spcPts val="1800"/>
              </a:spcAft>
              <a:buNone/>
            </a:pPr>
            <a:r>
              <a:rPr lang="en-US" sz="3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Contributions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880467"/>
            <a:ext cx="8382000" cy="233898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GNN comparison across two academic network datasets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K-NN subgraph construction for inductive predictions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Multi-dataset framework supporting papers and authors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web deployment with interactive visualizations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GraphSAGE robustness on challenging real-world data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interpretability through knowledge graph visualizations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42945" y="4654004"/>
            <a:ext cx="9384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Compass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26580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33"/>
              </a:lnSpc>
              <a:spcAft>
                <a:spcPts val="1800"/>
              </a:spcAft>
              <a:buNone/>
            </a:pPr>
            <a:r>
              <a:rPr lang="en-US" sz="3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2093863"/>
            <a:ext cx="41582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2551063"/>
            <a:ext cx="4076700" cy="115044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datasets lack temporal dynamics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Single-label classification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features less rich than pre-trained embeddings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86300" y="1895773"/>
            <a:ext cx="41582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86300" y="2352973"/>
            <a:ext cx="4076700" cy="154662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Multi-label classification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Pre-trained text encoders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modeling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 deployment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42945" y="4654004"/>
            <a:ext cx="9384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Compass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33"/>
              </a:lnSpc>
              <a:spcAft>
                <a:spcPts val="1800"/>
              </a:spcAft>
              <a:buNone/>
            </a:pPr>
            <a:r>
              <a:rPr lang="en-US" sz="3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918567"/>
            <a:ext cx="854964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Compass demonstrates that GNNs can effectively leverage both textual content and network structure for research paper classification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1000" y="1688009"/>
            <a:ext cx="8382000" cy="154662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GraphSAGE provides superior robustness for challenging datasets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K-NN approach enables inductive predictions on new papers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visualizations build user trust through transparency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percent accuracy on AMiner demonstrates real-world viability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361563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8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Live Demo: researchcompassgnn.streamlit.app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4030861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GitHub: github.com/Apc0015/Research_Compass_GNN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42945" y="4654004"/>
            <a:ext cx="9384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Compass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9854" y="2114550"/>
            <a:ext cx="3510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spcAft>
                <a:spcPts val="18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701951" y="2411760"/>
            <a:ext cx="117952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858345" y="2547045"/>
            <a:ext cx="410616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18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github.com/Apc0015/Research_Compass_GNN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Compass: GNN Paper Classification</dc:title>
  <dc:subject>CS 542 Machine Learning Project</dc:subject>
  <dc:creator>Ayush Chhoker</dc:creator>
  <cp:lastModifiedBy>Ayush Chhoker</cp:lastModifiedBy>
  <cp:revision>1</cp:revision>
  <dcterms:created xsi:type="dcterms:W3CDTF">2025-12-01T00:20:06Z</dcterms:created>
  <dcterms:modified xsi:type="dcterms:W3CDTF">2025-12-01T00:20:06Z</dcterms:modified>
</cp:coreProperties>
</file>